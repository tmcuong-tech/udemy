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56" r:id="rId5"/>
    <p:sldId id="394" r:id="rId6"/>
    <p:sldId id="395" r:id="rId7"/>
    <p:sldId id="396" r:id="rId8"/>
    <p:sldId id="397" r:id="rId9"/>
    <p:sldId id="398" r:id="rId10"/>
    <p:sldId id="399" r:id="rId11"/>
    <p:sldId id="40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256"/>
            <p14:sldId id="394"/>
            <p14:sldId id="395"/>
            <p14:sldId id="396"/>
            <p14:sldId id="397"/>
            <p14:sldId id="398"/>
            <p14:sldId id="399"/>
            <p14:sldId id="4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1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2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3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5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6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7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SIEM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08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What Is a SIEM?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/>
              <a:t>Collects logs from every </a:t>
            </a:r>
            <a:br>
              <a:rPr lang="en-US" noProof="0" dirty="0"/>
            </a:br>
            <a:r>
              <a:rPr lang="en-US" noProof="0" dirty="0"/>
              <a:t>network device</a:t>
            </a:r>
          </a:p>
          <a:p>
            <a:pPr lvl="1"/>
            <a:r>
              <a:rPr lang="en-US" noProof="0" dirty="0"/>
              <a:t>Routers, switches, servers, endpoints, and services</a:t>
            </a:r>
          </a:p>
          <a:p>
            <a:r>
              <a:rPr lang="en-US" noProof="0" dirty="0"/>
              <a:t>One dashboard, one view</a:t>
            </a:r>
          </a:p>
          <a:p>
            <a:pPr lvl="1"/>
            <a:r>
              <a:rPr lang="en-US" noProof="0" dirty="0"/>
              <a:t>Your “single pane of glass” for security data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Event Correlation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Correlation engine links events</a:t>
            </a:r>
          </a:p>
          <a:p>
            <a:pPr lvl="1"/>
            <a:r>
              <a:rPr lang="en-US" noProof="0"/>
              <a:t>Connects related data and triggers rule-based alerts</a:t>
            </a:r>
          </a:p>
          <a:p>
            <a:r>
              <a:rPr lang="en-US" noProof="0"/>
              <a:t>Automated log aggregation</a:t>
            </a:r>
          </a:p>
          <a:p>
            <a:pPr lvl="1"/>
            <a:r>
              <a:rPr lang="en-US" noProof="0"/>
              <a:t>No more manual collection from each device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Data Normalization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/>
              <a:t>Standardizes </a:t>
            </a:r>
            <a:r>
              <a:rPr lang="en-US" noProof="0"/>
              <a:t>different </a:t>
            </a:r>
            <a:br>
              <a:rPr lang="en-US" noProof="0"/>
            </a:br>
            <a:r>
              <a:rPr lang="en-US" noProof="0"/>
              <a:t>log </a:t>
            </a:r>
            <a:r>
              <a:rPr lang="en-US" noProof="0" dirty="0"/>
              <a:t>formats</a:t>
            </a:r>
          </a:p>
          <a:p>
            <a:pPr lvl="1"/>
            <a:r>
              <a:rPr lang="en-US" noProof="0" dirty="0"/>
              <a:t>Every device logs differently — the SIEM makes them consistent</a:t>
            </a:r>
          </a:p>
          <a:p>
            <a:r>
              <a:rPr lang="en-US" noProof="0" dirty="0"/>
              <a:t>Compares apples to apples</a:t>
            </a:r>
          </a:p>
          <a:p>
            <a:pPr lvl="1"/>
            <a:r>
              <a:rPr lang="en-US" noProof="0" dirty="0"/>
              <a:t>Aligns timestamps, hostnames, and events into uniform columns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Threat Detection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Spots patterns across devices</a:t>
            </a:r>
          </a:p>
          <a:p>
            <a:pPr lvl="1"/>
            <a:r>
              <a:rPr lang="en-US" noProof="0"/>
              <a:t>Identifies threats and emerging trends from log analysis</a:t>
            </a:r>
          </a:p>
          <a:p>
            <a:r>
              <a:rPr lang="en-US" noProof="0"/>
              <a:t>Real-time alerts</a:t>
            </a:r>
          </a:p>
          <a:p>
            <a:pPr lvl="1"/>
            <a:r>
              <a:rPr lang="en-US" noProof="0"/>
              <a:t>Notifies your team when events need attention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SOAR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/>
              <a:t>Scripts handle routine events</a:t>
            </a:r>
          </a:p>
          <a:p>
            <a:pPr lvl="1"/>
            <a:r>
              <a:rPr lang="en-US" noProof="0" dirty="0"/>
              <a:t>Security Orchestration, Automation, and Response automates your playbooks</a:t>
            </a:r>
          </a:p>
          <a:p>
            <a:r>
              <a:rPr lang="en-US" noProof="0" dirty="0"/>
              <a:t>Humans step in only </a:t>
            </a:r>
            <a:br>
              <a:rPr lang="en-US" noProof="0" dirty="0"/>
            </a:br>
            <a:r>
              <a:rPr lang="en-US" noProof="0" dirty="0"/>
              <a:t>when needed</a:t>
            </a:r>
          </a:p>
          <a:p>
            <a:pPr lvl="1"/>
            <a:r>
              <a:rPr lang="en-US" noProof="0" dirty="0"/>
              <a:t>Low-priority events auto-logged; breaches escalate immediately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/>
              <a:t>Alert Tuning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Filter by severity</a:t>
            </a:r>
          </a:p>
          <a:p>
            <a:pPr lvl="1"/>
            <a:r>
              <a:rPr lang="en-US" noProof="0"/>
              <a:t>Suppress noise; escalate high-priority incidents</a:t>
            </a:r>
          </a:p>
          <a:p>
            <a:r>
              <a:rPr lang="en-US" noProof="0"/>
              <a:t>Focus on what matters</a:t>
            </a:r>
          </a:p>
          <a:p>
            <a:pPr lvl="1"/>
            <a:r>
              <a:rPr lang="en-US" noProof="0"/>
              <a:t>Right alerts reach the right people at the right time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Reporting </a:t>
            </a:r>
            <a:r>
              <a:rPr lang="en-US" dirty="0"/>
              <a:t>and </a:t>
            </a:r>
            <a:r>
              <a:rPr lang="en-US" noProof="0" dirty="0"/>
              <a:t>Compliance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748481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/>
              <a:t>Archives log data over time</a:t>
            </a:r>
          </a:p>
          <a:p>
            <a:pPr lvl="1"/>
            <a:r>
              <a:rPr lang="en-US" noProof="0" dirty="0"/>
              <a:t>Historical view of all security events in your organization</a:t>
            </a:r>
          </a:p>
          <a:p>
            <a:r>
              <a:rPr lang="en-US" noProof="0" dirty="0"/>
              <a:t>Auto-generates </a:t>
            </a:r>
            <a:br>
              <a:rPr lang="en-US" noProof="0" dirty="0"/>
            </a:br>
            <a:r>
              <a:rPr lang="en-US" noProof="0" dirty="0"/>
              <a:t>compliance reports</a:t>
            </a:r>
          </a:p>
          <a:p>
            <a:pPr lvl="1"/>
            <a:r>
              <a:rPr lang="en-US" noProof="0" dirty="0"/>
              <a:t>Ready for regulatory audits without manual effort</a:t>
            </a:r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Props1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25A222-F9F2-46E3-9309-DF332776EE1C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8FFD909-429B-4107-A2B1-C958B91C177D}">
  <ds:schemaRefs>
    <ds:schemaRef ds:uri="1046e879-d081-4053-adba-52e34fa7725d"/>
    <ds:schemaRef ds:uri="13a0c8d5-cff5-4140-b58f-0947a5552a6a"/>
    <ds:schemaRef ds:uri="76027dd9-77cd-484f-b6db-8bbe1351c2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206</Words>
  <Application>Microsoft Office PowerPoint</Application>
  <PresentationFormat>Widescreen</PresentationFormat>
  <Paragraphs>44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SIEM</vt:lpstr>
      <vt:lpstr>What Is a SIEM?</vt:lpstr>
      <vt:lpstr>Event Correlation</vt:lpstr>
      <vt:lpstr>Data Normalization</vt:lpstr>
      <vt:lpstr>Threat Detection</vt:lpstr>
      <vt:lpstr>SOAR</vt:lpstr>
      <vt:lpstr>Alert Tuning</vt:lpstr>
      <vt:lpstr>Reporting and Compliance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7</cp:revision>
  <dcterms:created xsi:type="dcterms:W3CDTF">2021-01-26T20:17:48Z</dcterms:created>
  <dcterms:modified xsi:type="dcterms:W3CDTF">2026-06-25T20:58:20Z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