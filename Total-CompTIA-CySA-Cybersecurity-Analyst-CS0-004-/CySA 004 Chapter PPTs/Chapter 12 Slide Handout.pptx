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6" r:id="rId5"/>
    <p:sldId id="381" r:id="rId6"/>
    <p:sldId id="382" r:id="rId7"/>
    <p:sldId id="383" r:id="rId8"/>
    <p:sldId id="384" r:id="rId9"/>
    <p:sldId id="3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81"/>
            <p14:sldId id="382"/>
            <p14:sldId id="383"/>
            <p14:sldId id="384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/>
    <p:restoredTop sz="94726"/>
  </p:normalViewPr>
  <p:slideViewPr>
    <p:cSldViewPr snapToGrid="0">
      <p:cViewPr varScale="1">
        <p:scale>
          <a:sx n="106" d="100"/>
          <a:sy n="106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Application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12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da-DK"/>
              <a:t>Why Application Security Matters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058850"/>
            <a:ext cx="7067550" cy="4250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Top priority for management and decision makers</a:t>
            </a:r>
          </a:p>
          <a:p>
            <a:r>
              <a:rPr lang="en-US" dirty="0">
                <a:latin typeface="Montserrat"/>
                <a:cs typeface="Arial"/>
              </a:rPr>
              <a:t>Secure apps before shipping to build client trust</a:t>
            </a:r>
          </a:p>
          <a:p>
            <a:r>
              <a:rPr lang="en-US" dirty="0">
                <a:latin typeface="Montserrat"/>
                <a:cs typeface="Arial"/>
              </a:rPr>
              <a:t>Key methods: SAST, DAST, and Secure SDLC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da-DK"/>
              <a:t>Static Application Security Testing (SAST)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2058850"/>
            <a:ext cx="7067550" cy="4250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Reviews source code for vulnerabilities without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executing it</a:t>
            </a:r>
          </a:p>
          <a:p>
            <a:r>
              <a:rPr lang="en-US" dirty="0">
                <a:latin typeface="Montserrat"/>
                <a:cs typeface="Arial"/>
              </a:rPr>
              <a:t>Code is not running or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changing state</a:t>
            </a:r>
          </a:p>
          <a:p>
            <a:r>
              <a:rPr lang="en-US" dirty="0">
                <a:latin typeface="Montserrat"/>
                <a:cs typeface="Arial"/>
              </a:rPr>
              <a:t>Catches insecure patterns early in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da-DK"/>
              <a:t>Dynamic Application Security Testing (DAST)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2058850"/>
            <a:ext cx="7067550" cy="4250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Tests live applications for real-time vulnerabilities</a:t>
            </a:r>
          </a:p>
          <a:p>
            <a:r>
              <a:rPr lang="en-US" dirty="0">
                <a:latin typeface="Montserrat"/>
                <a:cs typeface="Arial"/>
              </a:rPr>
              <a:t>Detects data exposure and plain text credentials on the network</a:t>
            </a:r>
          </a:p>
          <a:p>
            <a:r>
              <a:rPr lang="en-US" dirty="0">
                <a:latin typeface="Montserrat"/>
                <a:cs typeface="Arial"/>
              </a:rPr>
              <a:t>Includes stress testing and fuzzing with garbage inputs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da-DK" dirty="0"/>
              <a:t>OWASP SAMM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548753"/>
            <a:ext cx="7067550" cy="4250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OWASP open framework for improving software security</a:t>
            </a:r>
          </a:p>
          <a:p>
            <a:r>
              <a:rPr lang="en-US" dirty="0">
                <a:latin typeface="Montserrat"/>
                <a:cs typeface="Arial"/>
              </a:rPr>
              <a:t>Analyzes and benchmarks an organization’s security posture</a:t>
            </a:r>
          </a:p>
          <a:p>
            <a:r>
              <a:rPr lang="en-US" dirty="0">
                <a:latin typeface="Montserrat"/>
                <a:cs typeface="Arial"/>
              </a:rPr>
              <a:t>Embeds security into development from day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000000"/>
          </a:xfrm>
        </p:spPr>
        <p:txBody>
          <a:bodyPr/>
          <a:lstStyle/>
          <a:p>
            <a:r>
              <a:rPr lang="da-DK"/>
              <a:t>Secure Software Development Life Cycle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2058850"/>
            <a:ext cx="7067550" cy="4250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Process guided by SAMM to build security into every phase</a:t>
            </a:r>
          </a:p>
          <a:p>
            <a:r>
              <a:rPr lang="en-US" dirty="0">
                <a:latin typeface="Montserrat"/>
                <a:cs typeface="Arial"/>
              </a:rPr>
              <a:t>Security ingrained, not an afterthought</a:t>
            </a:r>
          </a:p>
          <a:p>
            <a:r>
              <a:rPr lang="en-US" dirty="0">
                <a:latin typeface="Montserrat"/>
                <a:cs typeface="Arial"/>
              </a:rPr>
              <a:t>In-house software ships secure out of the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FFD909-429B-4107-A2B1-C958B91C177D}">
  <ds:schemaRefs>
    <ds:schemaRef ds:uri="http://schemas.microsoft.com/office/2006/metadata/properties"/>
    <ds:schemaRef ds:uri="1046e879-d081-4053-adba-52e34fa7725d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76027dd9-77cd-484f-b6db-8bbe1351c2b5"/>
    <ds:schemaRef ds:uri="13a0c8d5-cff5-4140-b58f-0947a5552a6a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146</Words>
  <Application>Microsoft Office PowerPoint</Application>
  <PresentationFormat>Widescreen</PresentationFormat>
  <Paragraphs>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Application Security</vt:lpstr>
      <vt:lpstr>Why Application Security Matters</vt:lpstr>
      <vt:lpstr>Static Application Security Testing (SAST)</vt:lpstr>
      <vt:lpstr>Dynamic Application Security Testing (DAST)</vt:lpstr>
      <vt:lpstr>OWASP SAMM</vt:lpstr>
      <vt:lpstr>Secure Software Development Life Cycle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11</cp:revision>
  <dcterms:created xsi:type="dcterms:W3CDTF">2021-01-26T20:17:48Z</dcterms:created>
  <dcterms:modified xsi:type="dcterms:W3CDTF">2026-06-25T21:31:41Z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